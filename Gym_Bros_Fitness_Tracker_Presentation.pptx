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013" y="199488"/>
            <a:ext cx="6975974" cy="645902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39291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Gym Bro's Fitness Tracker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479948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14285"/>
              <a:buNone/>
            </a:pPr>
            <a:r>
              <a:rPr lang="en-US">
                <a:solidFill>
                  <a:srgbClr val="FF0000"/>
                </a:solidFill>
              </a:rPr>
              <a:t>A full-stack project using Angular, Spring Boot,</a:t>
            </a:r>
            <a:r>
              <a:rPr lang="en-US">
                <a:solidFill>
                  <a:srgbClr val="FF0000"/>
                </a:solidFill>
              </a:rPr>
              <a:t> and </a:t>
            </a:r>
            <a:r>
              <a:rPr lang="en-US">
                <a:solidFill>
                  <a:srgbClr val="FF0000"/>
                </a:solidFill>
              </a:rPr>
              <a:t>PostgreSQL</a:t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14285"/>
              <a:buNone/>
            </a:pPr>
            <a:r>
              <a:rPr lang="en-US">
                <a:solidFill>
                  <a:srgbClr val="FF0000"/>
                </a:solidFill>
              </a:rPr>
              <a:t>Created by: </a:t>
            </a:r>
            <a:r>
              <a:rPr lang="en-US">
                <a:solidFill>
                  <a:srgbClr val="FF0000"/>
                </a:solidFill>
              </a:rPr>
              <a:t>Dominic Paredes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Gym Bro's is a web-based fitness tracking application.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Tracks Weight, Water Intake, and Steps.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Built using Angular (Frontend), Spring Boot (Backend), PostgreSQL (Database).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925" y="4773625"/>
            <a:ext cx="577215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57200" y="15733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Angular 17 (Frontend Framework)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Spring Boot 3.4 (REST API Backend)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PostgreSQL (Relational Database)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DBeaver (Database Management Tool)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Visual Studio Code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/>
              <a:t>-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Postman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/>
              <a:t>-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712" y="4545975"/>
            <a:ext cx="733575" cy="65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3750" y="5285850"/>
            <a:ext cx="881475" cy="8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4575" y="3978718"/>
            <a:ext cx="1356550" cy="6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92525" y="3429002"/>
            <a:ext cx="1596575" cy="51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8737" y="2791178"/>
            <a:ext cx="1043589" cy="69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63000" y="2134400"/>
            <a:ext cx="1251990" cy="6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50633" y="1446373"/>
            <a:ext cx="2238467" cy="65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Overview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sends data via HTTP POST to Spring Boot API endpoints.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Spring Boot stores data in PostgreSQL database.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Angular fetches saved records via GET and displays in the UI.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6375" y="5142600"/>
            <a:ext cx="6477000" cy="164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 Flow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Input → Angular Form → HTTP POST → Spring Boot Controller → JPA Repository →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Angular GET request fetches latest entries for display in each section.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457200" y="39775"/>
            <a:ext cx="82296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Screenshots &amp; Features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287100" y="952475"/>
            <a:ext cx="8229600" cy="57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Weight Tracker: saves and lists weights by timestamp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Water Tracker: records ounces of water daily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Steps Tracker: logs step count with time of entry</a:t>
            </a:r>
            <a:endParaRPr sz="1800"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397" y="1362000"/>
            <a:ext cx="3476303" cy="148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0403" y="3260875"/>
            <a:ext cx="3209670" cy="148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0400" y="5114875"/>
            <a:ext cx="3634924" cy="148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&amp; Learning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Configuring PostgreSQL with Spring Boot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Mapping REST endpoints correctly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Styling embedded components to fit HTML template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Understanding Angular's standalone component structure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Took more time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expected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showcases the integration of a modern frontend with a RESTful backend.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demonstrates data flow between client and server with persistent storage.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modular design makes it easy to expand features such as login, charting, and analytics.</a:t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725" y="24013"/>
            <a:ext cx="1644275" cy="164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